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SGL Kernel for XPU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74519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000" b="0">
                <a:solidFill>
                  <a:srgbClr val="D2E1F5"/>
                </a:solidFill>
                <a:latin typeface="Aptos"/>
              </a:rPr>
              <a:t>Technical architecture, build flow, kernel surface, validation, and contribution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743200"/>
            <a:ext cx="1965960" cy="347472"/>
          </a:xfrm>
          <a:prstGeom prst="roundRect">
            <a:avLst/>
          </a:prstGeom>
          <a:solidFill>
            <a:srgbClr val="00A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Intel GPU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743200"/>
            <a:ext cx="2148840" cy="347472"/>
          </a:xfrm>
          <a:prstGeom prst="roundRect">
            <a:avLst/>
          </a:prstGeom>
          <a:solidFill>
            <a:srgbClr val="2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PyTorch XPU 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8928" y="2743200"/>
            <a:ext cx="1600200" cy="347472"/>
          </a:xfrm>
          <a:prstGeom prst="roundRect">
            <a:avLst/>
          </a:prstGeom>
          <a:solidFill>
            <a:srgbClr val="2E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SYCL/C++20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743200"/>
            <a:ext cx="2011680" cy="347472"/>
          </a:xfrm>
          <a:prstGeom prst="roundRect">
            <a:avLst/>
          </a:prstGeom>
          <a:solidFill>
            <a:srgbClr val="F2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SGLang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989320"/>
            <a:ext cx="8869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0">
                <a:solidFill>
                  <a:srgbClr val="D2E1F5"/>
                </a:solidFill>
                <a:latin typeface="Aptos"/>
              </a:rPr>
              <a:t>Generated from repository: /tmp/workspace/sgl-project/sgl-kernel-xpu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5989320"/>
            <a:ext cx="1280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1000" b="0">
                <a:solidFill>
                  <a:srgbClr val="D2E1F5"/>
                </a:solidFill>
                <a:latin typeface="Aptos"/>
              </a:rPr>
              <a:t>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What this repository provides and why it exists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33172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464B4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78608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100" b="1">
                <a:solidFill>
                  <a:srgbClr val="5A626E"/>
                </a:solidFill>
                <a:latin typeface="Aptos"/>
              </a:rPr>
              <a:t>Python API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91640"/>
            <a:ext cx="233172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464B4"/>
                </a:solidFill>
                <a:latin typeface="Aptos"/>
              </a:rPr>
              <a:t>31+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578608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100" b="1">
                <a:solidFill>
                  <a:srgbClr val="5A626E"/>
                </a:solidFill>
                <a:latin typeface="Aptos"/>
              </a:rPr>
              <a:t>SYCL/native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233172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464B4"/>
                </a:solidFill>
                <a:latin typeface="Aptos"/>
              </a:rPr>
              <a:t>68+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78608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100" b="1">
                <a:solidFill>
                  <a:srgbClr val="5A626E"/>
                </a:solidFill>
                <a:latin typeface="Aptos"/>
              </a:rPr>
              <a:t>pytest test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691640"/>
            <a:ext cx="233172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464B4"/>
                </a:solidFill>
                <a:latin typeface="Aptos"/>
              </a:rPr>
              <a:t>31+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578608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100" b="1">
                <a:solidFill>
                  <a:srgbClr val="5A626E"/>
                </a:solidFill>
                <a:latin typeface="Aptos"/>
              </a:rPr>
              <a:t>benchmark scripts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46120"/>
            <a:ext cx="5394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51206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464B4"/>
                </a:solidFill>
                <a:latin typeface="Aptos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39"/>
            <a:ext cx="498348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Fork/adaptation of SGLang sgl-kernel for Intel GPU/XPU execution.</a:t>
            </a:r>
          </a:p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Packages PyTorch custom operators behind the sgl_kernel Python namespace.</a:t>
            </a:r>
          </a:p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Uses SYCL/C++20 kernels plus CUTLASS SYCL/TLA components for high-throughput LLM primitives.</a:t>
            </a:r>
          </a:p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Targets source builds today; binary distribution is not the main workflow in README.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46120"/>
            <a:ext cx="50749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337560"/>
            <a:ext cx="4800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EA05A"/>
                </a:solidFill>
                <a:latin typeface="Aptos"/>
              </a:rPr>
              <a:t>Technical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749039"/>
            <a:ext cx="466344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Accelerates attention, MLA decode, MoE, quantization, GEMM, norms, RoPE, sampling, cache I/O, and LoRA helpers.</a:t>
            </a:r>
          </a:p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Registers schemas through TORCH_LIBRARY_FRAGMENT and dispatches implementations on torch::kXPU.</a:t>
            </a:r>
          </a:p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Validated with XPU-focused CI, pytest suites, and benchmark baseline updates.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Repository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Key folders and their technical responsibilities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138160"/>
              </a:tblGrid>
              <a:tr h="492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Path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python/sgl_kernel/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User-facing Python wrappers, shape checks, output allocation, and common_ops loading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include/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C++ public declarations and PyTorch-compatible type shim utilities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src/torch_extension_sycl.cc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Torch custom op schema registration and XPU dispatch bindings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src/sycl/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SYCL kernels, host launchers, device utilities, and specialized kernel families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src/sycl/kernels/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Lower-level template kernels for flash attention, MLA, chunk prefill, and MoE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cmake/ + src/*.cmake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oneAPI/SYCL discovery, flags, per-kernel library build, and BMG/Xe20 specialization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tests/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pytest correctness/regression coverage; inherited SGLang tests with XPU verification notes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benchmark/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414"/>
                          </a:solidFill>
                          <a:latin typeface="Aptos"/>
                        </a:rPr>
                        <a:t>Triton-style benchmark drivers and baseline.json update pipeline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Layered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Runtime path from Python call to Intel GPU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25880"/>
            <a:ext cx="2743200" cy="502920"/>
          </a:xfrm>
          <a:prstGeom prst="roundRect">
            <a:avLst/>
          </a:prstGeom>
          <a:solidFill>
            <a:srgbClr val="2464B4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SGLang / user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325880"/>
            <a:ext cx="71780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Aptos"/>
              </a:rPr>
              <a:t>Calls sgl_kernel Python functions for LLM primitives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1837943"/>
            <a:ext cx="0" cy="201169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68680" y="2075688"/>
            <a:ext cx="2743200" cy="502920"/>
          </a:xfrm>
          <a:prstGeom prst="roundRect">
            <a:avLst/>
          </a:prstGeom>
          <a:solidFill>
            <a:srgbClr val="00AAC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Python wrapper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075688"/>
            <a:ext cx="71780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Aptos"/>
              </a:rPr>
              <a:t>Allocates outputs, validates shapes/dtypes, exposes stable APIs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587752"/>
            <a:ext cx="0" cy="201168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" y="2825496"/>
            <a:ext cx="2743200" cy="502920"/>
          </a:xfrm>
          <a:prstGeom prst="roundRect">
            <a:avLst/>
          </a:prstGeom>
          <a:solidFill>
            <a:srgbClr val="2EA05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PyTorch custom op registry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2825496"/>
            <a:ext cx="71780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Aptos"/>
              </a:rPr>
              <a:t>TORCH_LIBRARY_FRAGMENT schemas + torch::kXPU impls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40280" y="3337560"/>
            <a:ext cx="0" cy="201168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8680" y="3575304"/>
            <a:ext cx="2743200" cy="502920"/>
          </a:xfrm>
          <a:prstGeom prst="roundRect">
            <a:avLst/>
          </a:prstGeom>
          <a:solidFill>
            <a:srgbClr val="F28F2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C++ host launchers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3575304"/>
            <a:ext cx="71780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Aptos"/>
              </a:rPr>
              <a:t>Bridge tensors, streams, parameters, and launch configuration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40280" y="4087368"/>
            <a:ext cx="0" cy="201168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" y="4325112"/>
            <a:ext cx="2743200" cy="502920"/>
          </a:xfrm>
          <a:prstGeom prst="roundRect">
            <a:avLst/>
          </a:prstGeom>
          <a:solidFill>
            <a:srgbClr val="664CB4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SYCL device kernels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4325112"/>
            <a:ext cx="71780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Aptos"/>
              </a:rPr>
              <a:t>nd_range kernels, subgroup/tile logic, shared local memory, atomics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40280" y="4837175"/>
            <a:ext cx="0" cy="201169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" y="5074920"/>
            <a:ext cx="2743200" cy="502920"/>
          </a:xfrm>
          <a:prstGeom prst="roundRect">
            <a:avLst/>
          </a:prstGeom>
          <a:solidFill>
            <a:srgbClr val="C24141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Intel GPU runtime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5074920"/>
            <a:ext cx="71780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Aptos"/>
              </a:rPr>
              <a:t>oneAPI DPC++, XPU backend, BMG/Xe2 target device binaries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89320"/>
            <a:ext cx="103327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200" b="0">
                <a:solidFill>
                  <a:srgbClr val="5A626E"/>
                </a:solidFill>
                <a:latin typeface="Aptos"/>
              </a:rPr>
              <a:t>Design intent: keep Python APIs ergonomic while isolating hardware-specific logic in native SYCL implementations.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Build &amp; Packaging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Source-build pipeline defined by pyproject.toml and CMake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971800" cy="502920"/>
          </a:xfrm>
          <a:prstGeom prst="roundRect">
            <a:avLst/>
          </a:prstGeom>
          <a:solidFill>
            <a:srgbClr val="E2EE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464B4"/>
                </a:solidFill>
                <a:latin typeface="Aptos"/>
              </a:rPr>
              <a:t>pip/uv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2971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100" b="0">
                <a:solidFill>
                  <a:srgbClr val="141414"/>
                </a:solidFill>
                <a:latin typeface="Aptos"/>
              </a:rPr>
              <a:t>scikit-build-core backend invokes CMake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85031" y="1709928"/>
            <a:ext cx="521209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34840" y="1463040"/>
            <a:ext cx="2971800" cy="502920"/>
          </a:xfrm>
          <a:prstGeom prst="roundRect">
            <a:avLst/>
          </a:prstGeom>
          <a:solidFill>
            <a:srgbClr val="E2EE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464B4"/>
                </a:solidFill>
                <a:latin typeface="Aptos"/>
              </a:rPr>
              <a:t>CMake 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029968"/>
            <a:ext cx="2971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100" b="0">
                <a:solidFill>
                  <a:srgbClr val="141414"/>
                </a:solidFill>
                <a:latin typeface="Aptos"/>
              </a:rPr>
              <a:t>Find Python, Torch, SYCL toolkit, oneAPI compiler metadata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34071" y="1709928"/>
            <a:ext cx="521208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83879" y="1463040"/>
            <a:ext cx="2971800" cy="502920"/>
          </a:xfrm>
          <a:prstGeom prst="roundRect">
            <a:avLst/>
          </a:prstGeom>
          <a:solidFill>
            <a:srgbClr val="E2EE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464B4"/>
                </a:solidFill>
                <a:latin typeface="Aptos"/>
              </a:rPr>
              <a:t>Fetch CUTLASS SYCL/TLA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029968"/>
            <a:ext cx="2971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100" b="0">
                <a:solidFill>
                  <a:srgbClr val="141414"/>
                </a:solidFill>
                <a:latin typeface="Aptos"/>
              </a:rPr>
              <a:t>FetchContent pins intel/sycl-tla commit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1840"/>
            <a:ext cx="2971800" cy="502920"/>
          </a:xfrm>
          <a:prstGeom prst="roundRect">
            <a:avLst/>
          </a:prstGeom>
          <a:solidFill>
            <a:srgbClr val="E2EE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464B4"/>
                </a:solidFill>
                <a:latin typeface="Aptos"/>
              </a:rPr>
              <a:t>Partition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58768"/>
            <a:ext cx="2971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100" b="0">
                <a:solidFill>
                  <a:srgbClr val="141414"/>
                </a:solidFill>
                <a:latin typeface="Aptos"/>
              </a:rPr>
              <a:t>host_cpp, common SYCL kernels, Xe20/BMG-only kernels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85031" y="3538728"/>
            <a:ext cx="521209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34840" y="3291840"/>
            <a:ext cx="2971800" cy="502920"/>
          </a:xfrm>
          <a:prstGeom prst="roundRect">
            <a:avLst/>
          </a:prstGeom>
          <a:solidFill>
            <a:srgbClr val="E2EE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464B4"/>
                </a:solidFill>
                <a:latin typeface="Aptos"/>
              </a:rPr>
              <a:t>Compile/link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858768"/>
            <a:ext cx="2971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100" b="0">
                <a:solidFill>
                  <a:srgbClr val="141414"/>
                </a:solidFill>
                <a:latin typeface="Aptos"/>
              </a:rPr>
              <a:t>common_ops Python module links per-kernel shared libraries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34071" y="3538728"/>
            <a:ext cx="521208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83879" y="3291840"/>
            <a:ext cx="2971800" cy="502920"/>
          </a:xfrm>
          <a:prstGeom prst="roundRect">
            <a:avLst/>
          </a:prstGeom>
          <a:solidFill>
            <a:srgbClr val="E2EE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464B4"/>
                </a:solidFill>
                <a:latin typeface="Aptos"/>
              </a:rPr>
              <a:t>Install wheel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858768"/>
            <a:ext cx="29718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100" b="0">
                <a:solidFill>
                  <a:srgbClr val="141414"/>
                </a:solidFill>
                <a:latin typeface="Aptos"/>
              </a:rPr>
              <a:t>Libraries installed under sgl_kernel with $ORIGIN RPATH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12680" y="1719072"/>
            <a:ext cx="0" cy="1408176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092440" y="3547872"/>
            <a:ext cx="1920240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5577840"/>
            <a:ext cx="1065276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300" b="0">
                <a:solidFill>
                  <a:srgbClr val="5A626E"/>
                </a:solidFill>
                <a:latin typeface="Aptos"/>
              </a:rPr>
              <a:t>Notable constraints: README expects Intel GPU drivers and oneAPI environment; BuildOnLinux.cmake requires SYCL compiler version &gt;= 20250806 and sets BMG/Xe20 AOT flags.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Custom Operator Dispatch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How a Python API reaches torch::kXPU native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103120" cy="731520"/>
          </a:xfrm>
          <a:prstGeom prst="roundRect">
            <a:avLst/>
          </a:prstGeom>
          <a:solidFill>
            <a:srgbClr val="E8F2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464B4"/>
                </a:solidFill>
                <a:latin typeface="Aptos"/>
              </a:rPr>
              <a:t>Python wrapper</a:t>
            </a:r>
            <a:br/>
            <a:r>
              <a:rPr sz="1200" b="1">
                <a:solidFill>
                  <a:srgbClr val="2464B4"/>
                </a:solidFill>
                <a:latin typeface="Aptos"/>
              </a:rPr>
              <a:t>python/sgl_kernel/*.py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828800"/>
            <a:ext cx="2103120" cy="731520"/>
          </a:xfrm>
          <a:prstGeom prst="roundRect">
            <a:avLst/>
          </a:prstGeom>
          <a:solidFill>
            <a:srgbClr val="EBF9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AAC8"/>
                </a:solidFill>
                <a:latin typeface="Aptos"/>
              </a:rPr>
              <a:t>sgl_kernel.common_ops</a:t>
            </a:r>
            <a:br/>
            <a:r>
              <a:rPr sz="1200" b="1">
                <a:solidFill>
                  <a:srgbClr val="00AAC8"/>
                </a:solidFill>
                <a:latin typeface="Aptos"/>
              </a:rPr>
              <a:t>imported extension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828800"/>
            <a:ext cx="2286000" cy="731520"/>
          </a:xfrm>
          <a:prstGeom prst="roundRect">
            <a:avLst/>
          </a:prstGeom>
          <a:solidFill>
            <a:srgbClr val="EBF8F0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EA05A"/>
                </a:solidFill>
                <a:latin typeface="Aptos"/>
              </a:rPr>
              <a:t>m.def schema</a:t>
            </a:r>
            <a:br/>
            <a:r>
              <a:rPr sz="1200" b="1">
                <a:solidFill>
                  <a:srgbClr val="2EA05A"/>
                </a:solidFill>
                <a:latin typeface="Aptos"/>
              </a:rPr>
              <a:t>TORCH_LIBRARY_FRAGMENT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828800"/>
            <a:ext cx="2286000" cy="731520"/>
          </a:xfrm>
          <a:prstGeom prst="roundRect">
            <a:avLst/>
          </a:prstGeom>
          <a:solidFill>
            <a:srgbClr val="FFF3E2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8F2C"/>
                </a:solidFill>
                <a:latin typeface="Aptos"/>
              </a:rPr>
              <a:t>m.impl torch::kXPU</a:t>
            </a:r>
            <a:br/>
            <a:r>
              <a:rPr sz="1200" b="1">
                <a:solidFill>
                  <a:srgbClr val="F28F2C"/>
                </a:solidFill>
                <a:latin typeface="Aptos"/>
              </a:rPr>
              <a:t>C++ launcher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840480"/>
            <a:ext cx="3657600" cy="731520"/>
          </a:xfrm>
          <a:prstGeom prst="roundRect">
            <a:avLst/>
          </a:prstGeom>
          <a:solidFill>
            <a:srgbClr val="F4EE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64CB4"/>
                </a:solidFill>
                <a:latin typeface="Aptos"/>
              </a:rPr>
              <a:t>SYCL kernel shared libraries</a:t>
            </a:r>
            <a:br/>
            <a:r>
              <a:rPr sz="1200" b="1">
                <a:solidFill>
                  <a:srgbClr val="664CB4"/>
                </a:solidFill>
                <a:latin typeface="Aptos"/>
              </a:rPr>
              <a:t>loaded beside common_ops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2194560"/>
            <a:ext cx="365760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57800" y="2194560"/>
            <a:ext cx="365760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2194560"/>
            <a:ext cx="365760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492240" y="2606040"/>
            <a:ext cx="2926080" cy="123444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971800" y="2606040"/>
            <a:ext cx="3520440" cy="123444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07492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The schema layer supports torch.compile capture, stable Python/C++ argument conversion, and backend-specific dispatch without exposing SYCL details to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Python API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Major functional groups exposed under sgl_kernel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846320"/>
                <a:gridCol w="4297680"/>
              </a:tblGrid>
              <a:tr h="70539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Group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Representative functions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Primary use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Attention / MLA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flash_attn_*, flash_mla_decode, merge_state_v2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Prefill/decode attention and MLA KV-cache decode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Elementwise / Norm / RoPE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rmsnorm, fused_add_rmsnorm, fused_qk_norm_rope, store_cache_xpu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Transformer block support and cache writes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GEMM / Quantization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fp8_scaled_mm, int8_scaled_mm, sgl_per_token_group_quant_8bit/fp4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Low-precision matrix math and scaling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MoE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moe_align_block_size, topk_softmax/sigmoid, fused_experts, scatter_tokens_to_experts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Routing, expert packing, grouped MM, output reduction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Sampling / Grammar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top_k_top_p_sampling_from_probs, min_p_sampling_from_probs, apply_token_bitmask_inplace_cuda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Decoder-side token filtering and constrained generation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Speculative / LoRA / Utils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verify_tree_greedy, segment_packbits, embedding_lora_a_fwd, get_device_capability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Advanced inference utilities and capability checks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Attention &amp; MLA Kernel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Attention paths optimized for decode/prefill and paged KV-cache workloads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464B4"/>
                </a:solidFill>
                <a:latin typeface="Aptos"/>
              </a:rPr>
              <a:t>Flash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063239" cy="35204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Flash attention entrypoint registered as sgl_kernel::fwd.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Supports causal/sliding-window, rotary inputs, descale tensors, scheduler metadata, KV split count, and GQA packing option.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Python wrappers normalize optional tensors and contiguous layout before dispatch.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EA05A"/>
                </a:solidFill>
                <a:latin typeface="Aptos"/>
              </a:rPr>
              <a:t>MLA decode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63239" cy="35204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flash_mla_decode writes into caller-provided output and workspace.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Workspace sizing exposed from native code for planning per-batch decode buffers.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Uses page table and sequence lengths for paged cache decode.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664CB4"/>
                </a:solidFill>
                <a:latin typeface="Aptos"/>
              </a:rPr>
              <a:t>Kernel 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3063239" cy="35204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Source tree contains specialized kernel templates for flash_attention_v2, mla, and chunk_prefill.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Xe20/BMG kernels are separated during CMake source partitioning.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Merge-state utilities combine partial attention states across split KV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Mixture-of-Experts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Routing, packing, grouped GEMM, and reduction primitives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600200" cy="731520"/>
          </a:xfrm>
          <a:prstGeom prst="roundRect">
            <a:avLst/>
          </a:prstGeom>
          <a:solidFill>
            <a:srgbClr val="2464B4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Gate logits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240280"/>
            <a:ext cx="274319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23160" y="1874519"/>
            <a:ext cx="1600200" cy="731520"/>
          </a:xfrm>
          <a:prstGeom prst="roundRect">
            <a:avLst/>
          </a:prstGeom>
          <a:solidFill>
            <a:srgbClr val="00AAC8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topk</a:t>
            </a:r>
            <a:br/>
            <a:r>
              <a:rPr sz="1000" b="1">
                <a:solidFill>
                  <a:srgbClr val="FFFFFF"/>
                </a:solidFill>
                <a:latin typeface="Aptos"/>
              </a:rPr>
              <a:t>softmax/sigmoid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23360" y="2240280"/>
            <a:ext cx="274320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874519"/>
            <a:ext cx="1600200" cy="731520"/>
          </a:xfrm>
          <a:prstGeom prst="roundRect">
            <a:avLst/>
          </a:prstGeom>
          <a:solidFill>
            <a:srgbClr val="2EA05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Align &amp; pad</a:t>
            </a:r>
            <a:br/>
            <a:r>
              <a:rPr sz="1000" b="1">
                <a:solidFill>
                  <a:srgbClr val="FFFFFF"/>
                </a:solidFill>
                <a:latin typeface="Aptos"/>
              </a:rPr>
              <a:t>block size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40280"/>
            <a:ext cx="274320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1874519"/>
            <a:ext cx="1600200" cy="731520"/>
          </a:xfrm>
          <a:prstGeom prst="roundRect">
            <a:avLst/>
          </a:prstGeom>
          <a:solidFill>
            <a:srgbClr val="F28F2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Prepare expert</a:t>
            </a:r>
            <a:br/>
            <a:r>
              <a:rPr sz="1000" b="1">
                <a:solidFill>
                  <a:srgbClr val="FFFFFF"/>
                </a:solidFill>
                <a:latin typeface="Aptos"/>
              </a:rPr>
              <a:t>permutations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2240280"/>
            <a:ext cx="274320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83880" y="1874519"/>
            <a:ext cx="1600200" cy="731520"/>
          </a:xfrm>
          <a:prstGeom prst="roundRect">
            <a:avLst/>
          </a:prstGeom>
          <a:solidFill>
            <a:srgbClr val="664CB4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Grouped MM</a:t>
            </a:r>
            <a:br/>
            <a:r>
              <a:rPr sz="1000" b="1">
                <a:solidFill>
                  <a:srgbClr val="FFFFFF"/>
                </a:solidFill>
                <a:latin typeface="Aptos"/>
              </a:rPr>
              <a:t>Xe20/CUTLASS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2240280"/>
            <a:ext cx="274320" cy="0"/>
          </a:xfrm>
          <a:prstGeom prst="line">
            <a:avLst/>
          </a:prstGeom>
          <a:ln w="2286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04120" y="1874519"/>
            <a:ext cx="1600200" cy="731520"/>
          </a:xfrm>
          <a:prstGeom prst="roundRect">
            <a:avLst/>
          </a:prstGeom>
          <a:solidFill>
            <a:srgbClr val="C24141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Shuffle/sum</a:t>
            </a:r>
            <a:br/>
            <a:r>
              <a:rPr sz="1000" b="1">
                <a:solidFill>
                  <a:srgbClr val="FFFFFF"/>
                </a:solidFill>
                <a:latin typeface="Aptos"/>
              </a:rPr>
              <a:t>reduce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49039"/>
            <a:ext cx="48920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EA05A"/>
                </a:solidFill>
                <a:latin typeface="Aptos"/>
              </a:rPr>
              <a:t>Native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20"/>
            <a:ext cx="4754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MoE APIs provide both low-level building blocks and fused_experts orchestration.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Grouped GEMM paths include fp8 blockwise and fp4 group MM variants.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Utilities handle expert offsets, problem sizes, input/output permutations, and scale application.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49039"/>
            <a:ext cx="48920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F28F2C"/>
                </a:solidFill>
                <a:latin typeface="Aptos"/>
              </a:rPr>
              <a:t>Validation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160520"/>
            <a:ext cx="4754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Tests and benchmarks exercise routing, top-k sigmoid/softmax, sum reduce, fused gate, scatter, prepare input, and fused MoE.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Benchmark CI updates baseline.json from collected benchmark logs.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Quantization &amp; GEMM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Low-precision kernels needed for high-throughput inference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716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5120640"/>
              </a:tblGrid>
              <a:tr h="7010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Capability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Implemented examples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Notes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FP8 GEMM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fp8_scaled_mm, fp8_blockwise_scaled_mm, bmm_fp8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Per-tensor and blockwise scales; BF16/FP32 output options via wrappers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INT8 GEMM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int8_scaled_mm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Scaled matmul path with optional bias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FP4 / MXFP4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scaled_fp4_quant, cutlass_scaled_fp4_mm, cutlass_fp4_group_mm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Quantization and group expert MM support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W4A8/QServe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qserve_w4a8_per_chn_gemm, qserve_w4a8_per_group_gemm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Weight-only quantized inference helper kernels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AWQ/Dequant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awq_dequantize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Tests and benchmarks present for AWQ dequant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715000"/>
            <a:ext cx="104241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200" b="0">
                <a:solidFill>
                  <a:srgbClr val="5A626E"/>
                </a:solidFill>
                <a:latin typeface="Aptos"/>
              </a:rPr>
              <a:t>Design pattern: Python wrapper allocates typed output tensors; native ops perform scaled compute or quantize into preallocated output buffers.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SYCL Kernel Implementation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Common design motifs visible across native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464B4"/>
                </a:solidFill>
                <a:latin typeface="Aptos"/>
              </a:rPr>
              <a:t>nd_range launches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709159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1414"/>
                </a:solidFill>
                <a:latin typeface="Aptos"/>
              </a:defRPr>
            </a:pPr>
            <a:r>
              <a:t>Host code computes global/local ranges and submits kernels to the XPU queue.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EA05A"/>
                </a:solidFill>
                <a:latin typeface="Aptos"/>
              </a:rPr>
              <a:t>Sub-groups &amp; tiles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709159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1414"/>
                </a:solidFill>
                <a:latin typeface="Aptos"/>
              </a:defRPr>
            </a:pPr>
            <a:r>
              <a:t>Kernels use subgroup-level operations and CUTLASS/TLA templates for matrix-heavy paths.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3464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0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F28F2C"/>
                </a:solidFill>
                <a:latin typeface="Aptos"/>
              </a:rPr>
              <a:t>Shared local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4709159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1414"/>
                </a:solidFill>
                <a:latin typeface="Aptos"/>
              </a:defRPr>
            </a:pPr>
            <a:r>
              <a:t>local_accessor / SLM patterns stage reductions, routing metadata, or block 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3464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926080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664CB4"/>
                </a:solidFill>
                <a:latin typeface="Aptos"/>
              </a:rPr>
              <a:t>Type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37560"/>
            <a:ext cx="4709159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1414"/>
                </a:solidFill>
                <a:latin typeface="Aptos"/>
              </a:defRPr>
            </a:pPr>
            <a:r>
              <a:t>Dispatch across scalar types and quantized formats while preserving PyTorch tensor semantics.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519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00AAC8"/>
                </a:solidFill>
                <a:latin typeface="Aptos"/>
              </a:rPr>
              <a:t>Explicit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54880"/>
            <a:ext cx="4709159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1414"/>
                </a:solidFill>
                <a:latin typeface="Aptos"/>
              </a:defRPr>
            </a:pPr>
            <a:r>
              <a:t>Many APIs accept output tensors to avoid allocations and improve graph capture behavior.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519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343400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C24141"/>
                </a:solidFill>
                <a:latin typeface="Aptos"/>
              </a:rPr>
              <a:t>Architecture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754880"/>
            <a:ext cx="4709159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1414"/>
                </a:solidFill>
                <a:latin typeface="Aptos"/>
              </a:defRPr>
            </a:pPr>
            <a:r>
              <a:t>Common kernels and Xe20/BMG-specific kernels are compiled with different flags.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Native Dependencies &amp; Build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Important details for reproducible builds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4983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464B4"/>
                </a:solidFill>
                <a:latin typeface="Aptos"/>
              </a:rPr>
              <a:t>Build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846320" cy="3703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Requires Intel GPU driver stack and oneAPI environment setup before pip install -v 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CMake finds PyTorch via torch.utils.cmake_prefix_path and links c10, torch, torch_cpu, and SYCL runtime.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DPCPP_SYCL_TARGET is forced to bmg; Xe20 sources compile with -device bmg AOT options.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CUTLASS SYCL support is enabled via CUTLASS_ENABLE_SYCL and headers-only configuration.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983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EA05A"/>
                </a:solidFill>
                <a:latin typeface="Aptos"/>
              </a:rPr>
              <a:t>Build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846320" cy="3703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Compiler version check enforces __SYCL_COMPILER_VERSION &gt;= 20250806.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Each SYCL source is built as a shared library and linked to common_ops.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Install RPATH is $ORIGIN so generated libraries can be colocated inside the wheel package.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ccache and Ninja are recommended for iterative kernel development.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Correctness coverage and CI execution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464B4"/>
                </a:solidFill>
                <a:latin typeface="Aptos"/>
              </a:rPr>
              <a:t>Local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63239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pytest tests live under tests/ plus tests/speculative/.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Suite covers attention, quantization, GEMM, MoE, norms, cache I/O, sampling, speculative helpers, and utilities.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tests/README notes inherited tests; only selected cases are verified on XPU devices.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7160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EA05A"/>
                </a:solidFill>
                <a:latin typeface="Aptos"/>
              </a:rPr>
              <a:t>CI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3063239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run_suite.py drives named suites in CI.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pr-test-xpu builds a Docker image from the PR branch, starts a container, installs pytest dependencies, and runs per-commit tests.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XPU execution depends on device-enabled runner infrastructure.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F28F2C"/>
                </a:solidFill>
                <a:latin typeface="Aptos"/>
              </a:rPr>
              <a:t>Lint / hygiene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3063239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lint.yml installs pre-commit and runs all hooks.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Hooks include YAML/TOML/AST checks, isort, selected ruff fixes, black-jupyter, codespell, clang-format, nbstripout.</a:t>
            </a:r>
          </a:p>
          <a:p>
            <a:pPr>
              <a:spcAft>
                <a:spcPts val="400"/>
              </a:spcAft>
              <a:defRPr sz="1200">
                <a:solidFill>
                  <a:srgbClr val="141414"/>
                </a:solidFill>
                <a:latin typeface="Aptos"/>
              </a:defRPr>
            </a:pPr>
            <a:r>
              <a:t>Large generated binaries should be intentional and reviewed.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Benchmarking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Performance regression tracking for key kernels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011680" cy="457200"/>
          </a:xfrm>
          <a:prstGeom prst="roundRect">
            <a:avLst/>
          </a:prstGeom>
          <a:solidFill>
            <a:srgbClr val="E8F2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464B4"/>
                </a:solidFill>
                <a:latin typeface="Aptos"/>
              </a:rPr>
              <a:t>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325880"/>
            <a:ext cx="8503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100" b="0">
                <a:solidFill>
                  <a:srgbClr val="141414"/>
                </a:solidFill>
                <a:latin typeface="Aptos"/>
              </a:rPr>
              <a:t>bench_flash_attn.py, bench_flash_mla_decode.py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2011680" cy="457200"/>
          </a:xfrm>
          <a:prstGeom prst="roundRect">
            <a:avLst/>
          </a:prstGeom>
          <a:solidFill>
            <a:srgbClr val="E8F2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464B4"/>
                </a:solidFill>
                <a:latin typeface="Aptos"/>
              </a:rPr>
              <a:t>MoE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148840"/>
            <a:ext cx="8503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100" b="0">
                <a:solidFill>
                  <a:srgbClr val="141414"/>
                </a:solidFill>
                <a:latin typeface="Aptos"/>
              </a:rPr>
              <a:t>bench_fused_moe.py, bench_moe_topk_softmax.py, bench_moe_sum_reduce.py, bench_moe_fused_gate.py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2011680" cy="457200"/>
          </a:xfrm>
          <a:prstGeom prst="roundRect">
            <a:avLst/>
          </a:prstGeom>
          <a:solidFill>
            <a:srgbClr val="E8F2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464B4"/>
                </a:solidFill>
                <a:latin typeface="Aptos"/>
              </a:rPr>
              <a:t>Quant/GEMM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971800"/>
            <a:ext cx="8503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100" b="0">
                <a:solidFill>
                  <a:srgbClr val="141414"/>
                </a:solidFill>
                <a:latin typeface="Aptos"/>
              </a:rPr>
              <a:t>bench_fp8_gemm.py, bench_fp8_blockwise_gemm.py, bench_int8_gemm.py, bench_qserve_w4a8_gemm.py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94760"/>
            <a:ext cx="2011680" cy="457200"/>
          </a:xfrm>
          <a:prstGeom prst="roundRect">
            <a:avLst/>
          </a:prstGeom>
          <a:solidFill>
            <a:srgbClr val="E8F2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464B4"/>
                </a:solidFill>
                <a:latin typeface="Aptos"/>
              </a:rPr>
              <a:t>Elementwise/cache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794760"/>
            <a:ext cx="8503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100" b="0">
                <a:solidFill>
                  <a:srgbClr val="141414"/>
                </a:solidFill>
                <a:latin typeface="Aptos"/>
              </a:rPr>
              <a:t>bench_fused_qk_norm_rope.py, bench_fused_qk_rope_with_cache.py, bench_swiglu_alpha_limit.py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17720"/>
            <a:ext cx="2011680" cy="457200"/>
          </a:xfrm>
          <a:prstGeom prst="roundRect">
            <a:avLst/>
          </a:prstGeom>
          <a:solidFill>
            <a:srgbClr val="E8F2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464B4"/>
                </a:solidFill>
                <a:latin typeface="Aptos"/>
              </a:rPr>
              <a:t>Routing/utilities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4617720"/>
            <a:ext cx="8503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100" b="0">
                <a:solidFill>
                  <a:srgbClr val="141414"/>
                </a:solidFill>
                <a:latin typeface="Aptos"/>
              </a:rPr>
              <a:t>bench_scatter_tokens_to_experts.py, bench_top_k_renorm_probs.py, bench_hc_split_sinkhorn.py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3327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200" b="0">
                <a:solidFill>
                  <a:srgbClr val="5A626E"/>
                </a:solidFill>
                <a:latin typeface="Aptos"/>
              </a:rPr>
              <a:t>CI benchmark job collects logs, runs benchmark/update_baseline_from_log.py, and may commit baseline.json updates through PR automation.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DEVELOPER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Adding a New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Repository-prescribed workflow for extending the operator surface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2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99032"/>
            <a:ext cx="288036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Aptos"/>
              </a:rPr>
              <a:t>Implement SYCL/C++ kernel in src/</a:t>
            </a:r>
          </a:p>
        </p:txBody>
      </p:sp>
      <p:sp>
        <p:nvSpPr>
          <p:cNvPr id="8" name="Oval 7"/>
          <p:cNvSpPr/>
          <p:nvPr/>
        </p:nvSpPr>
        <p:spPr>
          <a:xfrm>
            <a:off x="4480559" y="1417320"/>
            <a:ext cx="502920" cy="502920"/>
          </a:xfrm>
          <a:prstGeom prst="ellipse">
            <a:avLst/>
          </a:prstGeom>
          <a:solidFill>
            <a:srgbClr val="2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99032"/>
            <a:ext cx="288036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Aptos"/>
              </a:rPr>
              <a:t>Declare C++ interface in include/sgl_kernel_ops.h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1417320"/>
            <a:ext cx="502920" cy="502920"/>
          </a:xfrm>
          <a:prstGeom prst="ellipse">
            <a:avLst/>
          </a:prstGeom>
          <a:solidFill>
            <a:srgbClr val="2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399032"/>
            <a:ext cx="288036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Aptos"/>
              </a:rPr>
              <a:t>Register schema + XPU impl in src/torch_extension_sycl.cc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17520"/>
            <a:ext cx="502920" cy="502920"/>
          </a:xfrm>
          <a:prstGeom prst="ellipse">
            <a:avLst/>
          </a:prstGeom>
          <a:solidFill>
            <a:srgbClr val="2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99232"/>
            <a:ext cx="288036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Aptos"/>
              </a:rPr>
              <a:t>Ensure CMake includes/partitions the new source</a:t>
            </a:r>
          </a:p>
        </p:txBody>
      </p:sp>
      <p:sp>
        <p:nvSpPr>
          <p:cNvPr id="14" name="Oval 13"/>
          <p:cNvSpPr/>
          <p:nvPr/>
        </p:nvSpPr>
        <p:spPr>
          <a:xfrm>
            <a:off x="4480559" y="3017520"/>
            <a:ext cx="502920" cy="502920"/>
          </a:xfrm>
          <a:prstGeom prst="ellipse">
            <a:avLst/>
          </a:prstGeom>
          <a:solidFill>
            <a:srgbClr val="2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999232"/>
            <a:ext cx="288036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Aptos"/>
              </a:rPr>
              <a:t>Expose Python wrapper under python/sgl_kernel/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3017520"/>
            <a:ext cx="502920" cy="502920"/>
          </a:xfrm>
          <a:prstGeom prst="ellipse">
            <a:avLst/>
          </a:prstGeom>
          <a:solidFill>
            <a:srgbClr val="2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999232"/>
            <a:ext cx="288036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Aptos"/>
              </a:rPr>
              <a:t>Add tests and benchmark coverage when relevant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300" b="0">
                <a:solidFill>
                  <a:srgbClr val="5A626E"/>
                </a:solidFill>
                <a:latin typeface="Aptos"/>
              </a:rPr>
              <a:t>Tip from README: use &lt;torch/all.h&gt; rather than &lt;torch/extension.h&gt; in kernel-facing C++ to avoid SABI-related compilation errors.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DEVELOPER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PyTorch Binding Compatibility Shim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Handling Python-to-C++ type conversion safely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3492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074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464B4"/>
                </a:solidFill>
                <a:latin typeface="Aptos"/>
              </a:rPr>
              <a:t>Problem 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59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TORCH_LIBRARY converts Python float to C++ double and Python int to int64_t.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Third-party kernels may expose signatures using float, int, or other native types.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include/sgl_kernel_torch_shim.h provides make_pytorch_shim to adapt compatible types.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The shim centralizes range checks and conversion semantics instead of duplicating wrappers.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800600" cy="1828800"/>
          </a:xfrm>
          <a:prstGeom prst="roundRect">
            <a:avLst/>
          </a:prstGeom>
          <a:solidFill>
            <a:srgbClr val="1E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Aptos Mono"/>
              </a:rPr>
              <a:t>m.def("fwd(..., float softmax_scale, ..., int sm_margin) -&gt; Tensor[]")</a:t>
            </a:r>
            <a:br/>
            <a:br/>
            <a:r>
              <a:rPr sz="1200" b="0">
                <a:solidFill>
                  <a:srgbClr val="FFFFFF"/>
                </a:solidFill>
                <a:latin typeface="Aptos Mono"/>
              </a:rPr>
              <a:t>m.impl("fwd", torch::kXPU, make_pytorch_shim(&amp;mha_fwd));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86200"/>
            <a:ext cx="475488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200" b="0">
                <a:solidFill>
                  <a:srgbClr val="5A626E"/>
                </a:solidFill>
                <a:latin typeface="Aptos"/>
              </a:rPr>
              <a:t>Outcome: third-party code remains close to upstream while still satisfying PyTorch custom-op schema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Operational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What maintainers should watch during development and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464B4"/>
                </a:solidFill>
                <a:latin typeface="Aptos"/>
              </a:rPr>
              <a:t>Hardware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00600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1414"/>
                </a:solidFill>
                <a:latin typeface="Aptos"/>
              </a:defRPr>
            </a:pPr>
            <a:r>
              <a:t>BMG/Xe2 assumptions are embedded in compiler flags and helper capability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EA05A"/>
                </a:solidFill>
                <a:latin typeface="Aptos"/>
              </a:rPr>
              <a:t>Build reproducibility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800600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1414"/>
                </a:solidFill>
                <a:latin typeface="Aptos"/>
              </a:defRPr>
            </a:pPr>
            <a:r>
              <a:t>oneAPI compiler, driver, PyTorch XPU build, and sycl-tla commit must align.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432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F28F2C"/>
                </a:solidFill>
                <a:latin typeface="Aptos"/>
              </a:rPr>
              <a:t>Graph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4800600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1414"/>
                </a:solidFill>
                <a:latin typeface="Aptos"/>
              </a:defRPr>
            </a:pPr>
            <a:r>
              <a:t>Schemas and explicit output tensors should remain torch.compile friendly.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432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664CB4"/>
                </a:solidFill>
                <a:latin typeface="Aptos"/>
              </a:rPr>
              <a:t>Binary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46120"/>
            <a:ext cx="4800600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1414"/>
                </a:solidFill>
                <a:latin typeface="Aptos"/>
              </a:defRPr>
            </a:pPr>
            <a:r>
              <a:t>Per-source shared libraries simplify linking but can increase wheel footprint.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6052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51959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00AAC8"/>
                </a:solidFill>
                <a:latin typeface="Aptos"/>
              </a:rPr>
              <a:t>Test realism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4800600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1414"/>
                </a:solidFill>
                <a:latin typeface="Aptos"/>
              </a:defRPr>
            </a:pPr>
            <a:r>
              <a:t>CPU-only validation is insufficient; representative XPU devices are required for native kernels.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16052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51959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C24141"/>
                </a:solidFill>
                <a:latin typeface="Aptos"/>
              </a:rPr>
              <a:t>Upstream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63440"/>
            <a:ext cx="4800600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41414"/>
                </a:solidFill>
                <a:latin typeface="Aptos"/>
              </a:defRPr>
            </a:pPr>
            <a:r>
              <a:t>Repository inherits from SGLang sgl-kernel; APIs and tests may need periodic synchronization.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Technical Risks &amp;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Practical issues for kernel-heavy XPU development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663440"/>
              </a:tblGrid>
              <a:tr h="7315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Mitigation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Compiler/runtime mismatch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Build failures or runtime instability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Pin toolchain expectations; validate oneAPI and driver in CI image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Schema drift between Python and C++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Runtime argument errors or torch.compile failures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Keep m.def schemas, Python wrappers, and tests updated together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Unverified inherited tests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False confidence across CUDA-originated behavior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Mark device-specific expectations and expand XPU-confirmed coverage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Performance regressions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Lower decode throughput / MoE efficiency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Run benchmark suite and track baseline.json deltas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Architecture-specific assumptions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Incorrect behavior on unsupported devices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41414"/>
                          </a:solidFill>
                          <a:latin typeface="Aptos"/>
                        </a:rPr>
                        <a:t>Use capability checks and separate common vs Xe20 sources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Release &amp; Versioning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Packaging metadata and publication touchpoints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464B4"/>
                </a:solidFill>
                <a:latin typeface="Aptos"/>
              </a:rPr>
              <a:t>Packaging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709159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Project name: sgl-kernel; current pyproject.toml version: 0.11.0.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README release guidance requires updating both pyproject.toml and python/sgl_kernel/version.py.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Wheel packages python/sgl_kernel and installed native libraries under sgl_kernel.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Requires Python &gt;= 3.9 and scikit-build-core build backend.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EA05A"/>
                </a:solidFill>
                <a:latin typeface="Aptos"/>
              </a:rPr>
              <a:t>Release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09159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README currently states only source builds are supported for Intel GPUs.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Installation begins with Intel GPU driver setup and oneAPI setvars.sh.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Recommended performance workflow uses Ninja and CMAKE_BUILD_PARALLEL_LEVEL.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ccache is supported when CCACHE_DIR is configured.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Suggested Deep-Dive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Topics for an engineering review or onboarding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1206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2464B4"/>
                </a:solidFill>
                <a:latin typeface="Aptos"/>
              </a:rPr>
              <a:t>Engineering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4709159" cy="3794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Map each Python wrapper to its registered C++ schema and test coverage.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Review the BMG/Xe20-specific split and roadmap for additional Intel GPU targets.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Define benchmark thresholds and acceptance criteria for PRs touching hot kernels.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Identify inherited tests that should be promoted to XPU-verified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1206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846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500" b="1">
                <a:solidFill>
                  <a:srgbClr val="F28F2C"/>
                </a:solidFill>
                <a:latin typeface="Aptos"/>
              </a:rPr>
              <a:t>Follow-up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09159" cy="3794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Document required oneAPI/PyTorch/driver matrix for contributors.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Create concise per-kernel ownership and supported dtype/shape matrix.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Track upstream SGLang sgl-kernel changes that affect API compatibility.</a:t>
            </a:r>
          </a:p>
          <a:p>
            <a:pPr>
              <a:spcAft>
                <a:spcPts val="4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t>Clarify release process for source-only vs wheel distribution.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2800" b="1">
                <a:solidFill>
                  <a:srgbClr val="122240"/>
                </a:solidFill>
                <a:latin typeface="Aptos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1400" b="0">
                <a:solidFill>
                  <a:srgbClr val="5A626E"/>
                </a:solidFill>
                <a:latin typeface="Aptos"/>
              </a:rPr>
              <a:t>sgl-kernel-xpu in one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613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sgl-kernel-xpu is the Intel GPU/XPU native kernel package that backs SGLang inference primitives.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The main architecture is Python wrappers → PyTorch custom op schemas → C++ host launchers → SYCL kernels → Intel GPU runtime.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High-value areas are attention/MLA decode, MoE routing and grouped GEMM, quantized GEMM, norms/RoPE/cache I/O, and sampling utilities.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The build is toolchain-sensitive: oneAPI/SYCL compiler, PyTorch XPU, CUTLASS SYCL, BMG/Xe20 flags, and per-kernel shared libraries must align.</a:t>
            </a:r>
          </a:p>
          <a:p>
            <a:pPr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t>Correctness and performance require XPU-capable CI plus benchmark baseline tracking; inherited tests need explicit XPU verification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r>
              <a:rPr sz="800" b="0">
                <a:solidFill>
                  <a:srgbClr val="5A626E"/>
                </a:solidFill>
                <a:latin typeface="Aptos"/>
              </a:rPr>
              <a:t>sgl-kernel-xpu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A626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